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tableStyles" Target="tableStyle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AI-Powered Workplace Productivity Assistant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Name: </a:t>
            </a:r>
            <a:r>
              <a:rPr altLang="en" lang="en-US"/>
              <a:t>Nombulelo</a:t>
            </a:r>
            <a:r>
              <a:rPr altLang="en" lang="en-US"/>
              <a:t> </a:t>
            </a:r>
            <a:r>
              <a:rPr altLang="en" lang="en-US"/>
              <a:t>Nomfundo</a:t>
            </a:r>
            <a:r>
              <a:rPr altLang="en" lang="en-US"/>
              <a:t> </a:t>
            </a:r>
            <a:r>
              <a:rPr altLang="en" lang="en-US"/>
              <a:t>Magcu</a:t>
            </a:r>
            <a:r>
              <a:rPr altLang="en" lang="en-US"/>
              <a:t> </a:t>
            </a:r>
            <a:endParaRPr altLang="en-US" lang="zh-CN"/>
          </a:p>
          <a:p>
            <a:r>
              <a:t>Course: AI Skills Program</a:t>
            </a:r>
          </a:p>
          <a:p>
            <a:r>
              <a:t>Week 1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Project Overview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AI assistant designed to automate workplace tasks and improve productivity.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Objectives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Design AI assistant</a:t>
            </a:r>
          </a:p>
          <a:p>
            <a:r>
              <a:t>- Apply prompt engineering</a:t>
            </a:r>
          </a:p>
          <a:p>
            <a:r>
              <a:t>- Automate tasks</a:t>
            </a:r>
          </a:p>
          <a:p>
            <a:r>
              <a:t>- Learn AI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Features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Email Generator</a:t>
            </a:r>
          </a:p>
          <a:p>
            <a:r>
              <a:t>- Meeting Summarizer</a:t>
            </a:r>
          </a:p>
          <a:p>
            <a:r>
              <a:t>- Task Planner</a:t>
            </a:r>
          </a:p>
          <a:p>
            <a:r>
              <a:t>- Research Assistant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Email Generator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Generates professional emails quickly using structured prompts.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Meeting Summarizer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Converts long meeting notes into key points, decisions, and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Task Planner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Organizes daily tasks into a structured and prioritized schedule.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Research Assistant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Provides simple explanations and key information on topics.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Tools Used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ChatGPT</a:t>
            </a:r>
          </a:p>
          <a:p>
            <a:r>
              <a:t>- Prompt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How It Works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Uses structured prompts to guide AI in generating accurate responses.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/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Ethical Considerations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Accuracy</a:t>
            </a:r>
          </a:p>
          <a:p>
            <a:r>
              <a:t>- Avoid plagiarism</a:t>
            </a:r>
          </a:p>
          <a:p>
            <a:r>
              <a:t>- Responsible AI use</a:t>
            </a:r>
          </a:p>
          <a:p>
            <a:r>
              <a:t>- Data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/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Challenges</a:t>
            </a:r>
          </a:p>
        </p:txBody>
      </p:sp>
      <p:sp>
        <p:nvSpPr>
          <p:cNvPr id="10486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Designing prompts</a:t>
            </a:r>
          </a:p>
          <a:p>
            <a:r>
              <a:t>- Ensuring accuracy</a:t>
            </a:r>
          </a:p>
          <a:p>
            <a:r>
              <a:t>- Structuring outputs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Lessons Learned</a:t>
            </a:r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Importance of prompts</a:t>
            </a:r>
          </a:p>
          <a:p>
            <a:r>
              <a:t>- AI improves productivity</a:t>
            </a:r>
          </a:p>
          <a:p>
            <a:r>
              <a:t>- Real-world applications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/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Future Improvements</a:t>
            </a:r>
          </a:p>
        </p:txBody>
      </p:sp>
      <p:sp>
        <p:nvSpPr>
          <p:cNvPr id="104861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Add UI</a:t>
            </a:r>
          </a:p>
          <a:p>
            <a:r>
              <a:t>- Voice commands</a:t>
            </a:r>
          </a:p>
          <a:p>
            <a:r>
              <a:t>- Real-time data</a:t>
            </a:r>
          </a:p>
          <a:p>
            <a:r>
              <a:t>- Better chatbot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/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1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AI can automate tasks and improve efficiency in the workplace.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WDY-LX2</dc:creator>
  <cp:lastModifiedBy>Steve Canny</cp:lastModifiedBy>
  <dcterms:created xsi:type="dcterms:W3CDTF">2013-01-27T05:14:16Z</dcterms:created>
  <dcterms:modified xsi:type="dcterms:W3CDTF">2026-05-05T17:48:09Z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5ce63b04113449458f5ae19119f4a1cc</vt:lpwstr>
  </property>
</Properties>
</file>